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Attrition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attrition is costly.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employees likely to leave.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IBM HR Analytics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Preprocessing, EDA, ML,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LR, DT, RF, XGBoost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model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Attrition KPIs and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HR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